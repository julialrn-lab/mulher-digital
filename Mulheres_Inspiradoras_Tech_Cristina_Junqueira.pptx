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pela formação (USP + Kellogg) e a virada de chave: sair de bancos para cofundar o Nubank em 2013. Destacar os reconhecimentos FT 2024 e Forbes 2021.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as 4 soft skills aos exemplos reais. O mantra 'Foca no seu' resume tudo. Enfatizar a inteligência emocional: o espaço entre situação e reação.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representatividade: barreiras num setor masculino, o estigma carreira-vs-família e a capa grávida da Forbes 2020. Encerrar no impacto: inclusão financeira de milhões.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05156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41080" y="1463040"/>
            <a:ext cx="2377440" cy="2377440"/>
          </a:xfrm>
          <a:prstGeom prst="ellipse">
            <a:avLst/>
          </a:prstGeom>
          <a:solidFill>
            <a:srgbClr val="8A05BE"/>
          </a:solidFill>
          <a:ln/>
        </p:spPr>
      </p:sp>
      <p:sp>
        <p:nvSpPr>
          <p:cNvPr id="4" name="Text 2"/>
          <p:cNvSpPr/>
          <p:nvPr/>
        </p:nvSpPr>
        <p:spPr>
          <a:xfrm>
            <a:off x="8641080" y="14630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CJ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10332720" y="1325880"/>
            <a:ext cx="868680" cy="868680"/>
          </a:xfrm>
          <a:prstGeom prst="ellipse">
            <a:avLst/>
          </a:prstGeom>
          <a:solidFill>
            <a:srgbClr val="FF2E7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15819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INSPIRADORAS NA TECNOLOGIA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Cristina Junqueira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B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Cofundadora do Nubank · Engenheira de Produção · Líder Global de Crescimento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892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777240" y="55961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Cofundação do Nubank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297680" y="4892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25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4297680" y="55961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+ influentes do mundo · FT 2024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18120" y="4892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2ª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818120" y="55961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 + rica do Brasil · Forbes 2021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2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CRISTINA JUNQUEIRA · SLIDE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0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biografia inspiradora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316736"/>
          </a:xfrm>
          <a:prstGeom prst="roundRect">
            <a:avLst>
              <a:gd name="adj" fmla="val 8333"/>
            </a:avLst>
          </a:prstGeom>
          <a:solidFill>
            <a:srgbClr val="F5ECFD"/>
          </a:solidFill>
          <a:ln w="12700">
            <a:solidFill>
              <a:srgbClr val="ECDDFA"/>
            </a:solidFill>
            <a:prstDash val="solid"/>
          </a:ln>
          <a:effectLst>
            <a:outerShdw sx="100000" sy="100000" kx="0" ky="0" algn="bl" rotWithShape="0" blurRad="114300" dist="38100" dir="5400000">
              <a:srgbClr val="2A0A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11096"/>
            <a:ext cx="713232" cy="713232"/>
          </a:xfrm>
          <a:prstGeom prst="ellipse">
            <a:avLst/>
          </a:prstGeom>
          <a:solidFill>
            <a:srgbClr val="8A05B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973" y="2103669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783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Trajetória profissional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167128"/>
            <a:ext cx="9464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Engenheira de produção pela USP, com mestrado e MBA pela Kellogg School of Management (EUA). Após atuar em consultoria financeira e em grandes bancos brasileiros, cofundou o Nubank em 2013 ao lado de David Vélez e Edward Wible.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81528"/>
            <a:ext cx="10881360" cy="1316736"/>
          </a:xfrm>
          <a:prstGeom prst="roundRect">
            <a:avLst>
              <a:gd name="adj" fmla="val 8333"/>
            </a:avLst>
          </a:prstGeom>
          <a:solidFill>
            <a:srgbClr val="F5ECFD"/>
          </a:solidFill>
          <a:ln w="12700">
            <a:solidFill>
              <a:srgbClr val="ECDDFA"/>
            </a:solidFill>
            <a:prstDash val="solid"/>
          </a:ln>
          <a:effectLst>
            <a:outerShdw sx="100000" sy="100000" kx="0" ky="0" algn="bl" rotWithShape="0" blurRad="114300" dist="38100" dir="5400000">
              <a:srgbClr val="2A0A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392424"/>
            <a:ext cx="713232" cy="713232"/>
          </a:xfrm>
          <a:prstGeom prst="ellipse">
            <a:avLst/>
          </a:prstGeom>
          <a:solidFill>
            <a:srgbClr val="8A05B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73" y="3584997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2644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marcantes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74520" y="3648456"/>
            <a:ext cx="9464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global de crescimento (Growth) do Nubank, responsável pela expansão da fintech para o México e a Colômbia. Em 2025, lançou o podcast “Vou Te Mandar Um Áudio”, sobre carreira e vida pessoal, que virou um dos mais ouvidos do país.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562856"/>
            <a:ext cx="10881360" cy="1316736"/>
          </a:xfrm>
          <a:prstGeom prst="roundRect">
            <a:avLst>
              <a:gd name="adj" fmla="val 8333"/>
            </a:avLst>
          </a:prstGeom>
          <a:solidFill>
            <a:srgbClr val="F5ECFD"/>
          </a:solidFill>
          <a:ln w="12700">
            <a:solidFill>
              <a:srgbClr val="ECDDFA"/>
            </a:solidFill>
            <a:prstDash val="solid"/>
          </a:ln>
          <a:effectLst>
            <a:outerShdw sx="100000" sy="100000" kx="0" ky="0" algn="bl" rotWithShape="0" blurRad="114300" dist="38100" dir="5400000">
              <a:srgbClr val="2A0A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873752"/>
            <a:ext cx="713232" cy="713232"/>
          </a:xfrm>
          <a:prstGeom prst="ellipse">
            <a:avLst/>
          </a:prstGeom>
          <a:solidFill>
            <a:srgbClr val="8A05B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973" y="5066325"/>
            <a:ext cx="328087" cy="3280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74573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Reconhecimentos e premiações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74520" y="5129784"/>
            <a:ext cx="9464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Eleita pelo Financial Times uma das 25 mulheres mais influentes do mundo em 2024. Após o IPO do Nubank, tornou-se a 2ª mulher mais rica do Brasil pela Forbes, em 2021.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2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CRISTINA JUNQUEIRA · 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0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soft skills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F5ECFD"/>
          </a:solidFill>
          <a:ln w="12700">
            <a:solidFill>
              <a:srgbClr val="ECDD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830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29384"/>
            <a:ext cx="329184" cy="329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" y="1783080"/>
            <a:ext cx="621792" cy="621792"/>
          </a:xfrm>
          <a:prstGeom prst="ellipse">
            <a:avLst/>
          </a:prstGeom>
          <a:solidFill>
            <a:srgbClr val="ECDDF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911096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783080"/>
            <a:ext cx="1673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&amp; storytelling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429000" y="1572768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F5ECFD"/>
          </a:solidFill>
          <a:ln w="12700">
            <a:solidFill>
              <a:srgbClr val="ECDD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30168" y="17830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1929384"/>
            <a:ext cx="329184" cy="3291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30168" y="1783080"/>
            <a:ext cx="621792" cy="621792"/>
          </a:xfrm>
          <a:prstGeom prst="ellipse">
            <a:avLst/>
          </a:prstGeom>
          <a:solidFill>
            <a:srgbClr val="ECDDF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1911096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343400" y="1783080"/>
            <a:ext cx="1673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sob pressão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17920" y="1572768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F5ECFD"/>
          </a:solidFill>
          <a:ln w="12700">
            <a:solidFill>
              <a:srgbClr val="ECDDF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419088" y="17830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1929384"/>
            <a:ext cx="329184" cy="329184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419088" y="1783080"/>
            <a:ext cx="621792" cy="621792"/>
          </a:xfrm>
          <a:prstGeom prst="ellipse">
            <a:avLst/>
          </a:prstGeom>
          <a:solidFill>
            <a:srgbClr val="ECDDFA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1911096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32320" y="1783080"/>
            <a:ext cx="1673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&amp; disciplina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9006840" y="1572768"/>
            <a:ext cx="2679192" cy="1051560"/>
          </a:xfrm>
          <a:prstGeom prst="roundRect">
            <a:avLst>
              <a:gd name="adj" fmla="val 8696"/>
            </a:avLst>
          </a:prstGeom>
          <a:solidFill>
            <a:srgbClr val="F5ECFD"/>
          </a:solidFill>
          <a:ln w="12700">
            <a:solidFill>
              <a:srgbClr val="ECDDFA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9208008" y="17830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312" y="1929384"/>
            <a:ext cx="329184" cy="329184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9208008" y="1783080"/>
            <a:ext cx="621792" cy="621792"/>
          </a:xfrm>
          <a:prstGeom prst="ellipse">
            <a:avLst/>
          </a:prstGeom>
          <a:solidFill>
            <a:srgbClr val="ECDDFA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1911096"/>
            <a:ext cx="365760" cy="36576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921240" y="1783080"/>
            <a:ext cx="1673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emocional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64008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0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600" dirty="0"/>
          </a:p>
        </p:txBody>
      </p:sp>
      <p:sp>
        <p:nvSpPr>
          <p:cNvPr id="29" name="Text 19"/>
          <p:cNvSpPr/>
          <p:nvPr/>
        </p:nvSpPr>
        <p:spPr>
          <a:xfrm>
            <a:off x="640080" y="3310128"/>
            <a:ext cx="7040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Seguiu trabalhando em meio a uma crise renal e durante o trabalho de parto da primeira filha.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o que chama de “57 abas abertas”: lidera uma empresa global e cria as três filhas sem delegar funções maternas essenciais.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47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 espaço de reflexão entre a situação e a reação — o que permite escolhas mais racionais.</a:t>
            </a:r>
            <a:endParaRPr lang="en-US" sz="1350" dirty="0"/>
          </a:p>
        </p:txBody>
      </p:sp>
      <p:sp>
        <p:nvSpPr>
          <p:cNvPr id="30" name="Shape 20"/>
          <p:cNvSpPr/>
          <p:nvPr/>
        </p:nvSpPr>
        <p:spPr>
          <a:xfrm>
            <a:off x="8001000" y="2926080"/>
            <a:ext cx="3520440" cy="3154680"/>
          </a:xfrm>
          <a:prstGeom prst="roundRect">
            <a:avLst>
              <a:gd name="adj" fmla="val 4058"/>
            </a:avLst>
          </a:prstGeom>
          <a:solidFill>
            <a:srgbClr val="3D0A66"/>
          </a:solidFill>
          <a:ln/>
          <a:effectLst>
            <a:outerShdw sx="100000" sy="100000" kx="0" ky="0" algn="bl" rotWithShape="0" blurRad="114300" dist="38100" dir="5400000">
              <a:srgbClr val="2A0A45">
                <a:alpha val="12000"/>
              </a:srgbClr>
            </a:outerShdw>
          </a:effectLst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246120"/>
            <a:ext cx="502920" cy="50292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275320" y="3794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Foca no seu.</a:t>
            </a:r>
            <a:endParaRPr lang="en-US" sz="3400" dirty="0"/>
          </a:p>
        </p:txBody>
      </p:sp>
      <p:sp>
        <p:nvSpPr>
          <p:cNvPr id="33" name="Text 22"/>
          <p:cNvSpPr/>
          <p:nvPr/>
        </p:nvSpPr>
        <p:spPr>
          <a:xfrm>
            <a:off x="8275320" y="48463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mantra de execução que sintetiza sua mentalidade: comunicação assertiva, resiliência extrema e foco no que se pode controlar.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2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CRISTINA JUNQUEIRA · 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A0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social e representatividade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30952" cy="2788920"/>
          </a:xfrm>
          <a:prstGeom prst="roundRect">
            <a:avLst>
              <a:gd name="adj" fmla="val 3934"/>
            </a:avLst>
          </a:prstGeom>
          <a:solidFill>
            <a:srgbClr val="F5ECFD"/>
          </a:solidFill>
          <a:ln w="12700">
            <a:solidFill>
              <a:srgbClr val="ECDDFA"/>
            </a:solidFill>
            <a:prstDash val="solid"/>
          </a:ln>
          <a:effectLst>
            <a:outerShdw sx="100000" sy="100000" kx="0" ky="0" algn="bl" rotWithShape="0" blurRad="114300" dist="38100" dir="5400000">
              <a:srgbClr val="2A0A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38528"/>
            <a:ext cx="749808" cy="749808"/>
          </a:xfrm>
          <a:prstGeom prst="ellipse">
            <a:avLst/>
          </a:prstGeom>
          <a:solidFill>
            <a:srgbClr val="8A05B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568" y="2140976"/>
            <a:ext cx="344912" cy="344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816352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Barreiras superadas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218688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Rompeu barreiras em um mercado financeiro e de tecnologia predominantemente masculino. Combate ativamente o estigma de que mulheres precisam escolher entre uma carreira executiva de sucesso e ter família — provando que é possível conciliar as duas esferas.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0488" y="1627632"/>
            <a:ext cx="5330952" cy="2788920"/>
          </a:xfrm>
          <a:prstGeom prst="roundRect">
            <a:avLst>
              <a:gd name="adj" fmla="val 3934"/>
            </a:avLst>
          </a:prstGeom>
          <a:solidFill>
            <a:srgbClr val="F5ECFD"/>
          </a:solidFill>
          <a:ln w="12700">
            <a:solidFill>
              <a:srgbClr val="ECDDFA"/>
            </a:solidFill>
            <a:prstDash val="solid"/>
          </a:ln>
          <a:effectLst>
            <a:outerShdw sx="100000" sy="100000" kx="0" ky="0" algn="bl" rotWithShape="0" blurRad="114300" dist="38100" dir="5400000">
              <a:srgbClr val="2A0A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1938528"/>
            <a:ext cx="749808" cy="749808"/>
          </a:xfrm>
          <a:prstGeom prst="ellipse">
            <a:avLst/>
          </a:prstGeom>
          <a:solidFill>
            <a:srgbClr val="8A05B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976" y="2140976"/>
            <a:ext cx="344912" cy="344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0528" y="2816352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Contribuição para outros caminhos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0528" y="3218688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2020, protagonizou uma capa histórica da Forbes Brasil grávida, símbolo de empoderamento feminino e maternidade na alta gestão. Usa redes sociais e o podcast para disseminar liderança e mentorar quem busca crescer profissionalmente.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9032"/>
            </a:avLst>
          </a:prstGeom>
          <a:solidFill>
            <a:srgbClr val="8A05BE"/>
          </a:solidFill>
          <a:ln/>
          <a:effectLst>
            <a:outerShdw sx="100000" sy="100000" kx="0" ky="0" algn="bl" rotWithShape="0" blurRad="114300" dist="38100" dir="5400000">
              <a:srgbClr val="2A0A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4956048"/>
            <a:ext cx="749808" cy="749808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5120640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956048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pessoas  </a:t>
            </a:r>
            <a:pPr indent="0" marL="0">
              <a:buNone/>
            </a:pPr>
            <a:r>
              <a:rPr lang="en-US" sz="1500" dirty="0">
                <a:solidFill>
                  <a:srgbClr val="F1D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incluídas financeiramente no Brasil e na América Latina por meio do Nubank.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Mulheres Inspiradoras na Tecnologia — Cristina Junqueira</dc:title>
  <dc:subject>PptxGenJS Presentation</dc:subject>
  <dc:creator>José</dc:creator>
  <cp:lastModifiedBy>José</cp:lastModifiedBy>
  <cp:revision>1</cp:revision>
  <dcterms:created xsi:type="dcterms:W3CDTF">2026-06-22T00:00:02Z</dcterms:created>
  <dcterms:modified xsi:type="dcterms:W3CDTF">2026-06-22T00:00:02Z</dcterms:modified>
</cp:coreProperties>
</file>